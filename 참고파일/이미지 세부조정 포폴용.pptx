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8E998-F064-13C8-5748-5CBF2D5C8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C4CC33-2E49-A64C-244B-E3C44FFE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99090F-C87E-69C8-98F3-6D6C4F80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A6F54B-8B2B-C326-C1A1-D93EAF15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6B689-64D8-E8DB-A58F-713429F3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96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2753F-C166-64A2-9009-BA39150F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F3B89-A526-C964-849A-80C043A1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6775A-DB01-FEF7-A6E1-98241736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BB72F9-37F0-2C69-6BCA-2A7190EF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087BF8-0629-7B94-47FE-B1681E5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79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6C0C0-0D83-FDE3-FCC8-28CD80D9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F33140-1126-FA30-EC29-1E30ACD50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B705C-6259-876A-EE0B-7D48FF3F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70F62-B241-3A45-CAF8-92E8461D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B1903-D8CF-B830-4EA7-72CA6EE5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68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9CCC9-2FA1-5AA6-2181-A12C4CD3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D3A85-8CF3-D859-4EA5-0C8D05389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CD0F5E-56E1-9F28-402F-05FF4D338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E549B-5BFE-9EE6-CB20-2B05767C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E1235-9640-A472-2D6C-DAB02B8D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CBE85F-71BA-7E19-266D-AFB1754A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76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762E0-93C9-4DB6-3017-A5DBBAE2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5C465-8520-5814-2192-228AB1751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440931-11AC-77A7-478C-FE625E7D6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2355F4-F967-7550-2457-81D08BAFF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5B2872-D247-303C-3EF4-6F85123E9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4C8BE5-892F-BF7E-E14E-7D015EDA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B55922-F681-35A6-9EFE-721F15B3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D3D310-AE3F-DF68-1093-AF8BCA2C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83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EB95D-833D-68E3-2E98-4C7290B9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AA551E-7E3F-73DD-2AA2-69F5F456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87F4D2-9EF6-9449-D50E-43DBA455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DAAFF5-AE8F-0A3E-1D44-4188C9BC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B0587C-198C-4E49-F1BD-F602F66D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2ED648-D05E-E034-24B3-4D9A5A7C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2A25C6-27FA-1C13-16C6-61176D21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72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92D59-DC21-4C91-19F4-B3CFE1D3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51A67-B600-4BBA-A336-AFF6850A6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15873-ECFE-9AC0-A05D-16CAC98D3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C1E627-F456-EEE4-5CDA-363E75BD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34A67F-0760-F2E6-8353-82273789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95D6C3-8CAC-AC06-AB76-38A20699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5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5348A-79BE-E5EB-ADAE-388514E9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FA2475-D4FA-F459-0373-3ABCBB5B6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BEE292-7F4B-BBC2-104E-6111EA127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09DEFA-6664-EFAD-76ED-61E95B1E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199233-7FD7-4D47-74CB-81876A8E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CD9CB-F751-AB3D-D3EF-67734D09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2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9B6BC-A721-3E89-7E41-D52747F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BE01B7-6ADE-EFF1-EF22-A368CA69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20043-BF9E-53E2-7FB9-87B8DAB1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4FFB9-BA18-C33F-8811-0CBC441E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16A2C-BD9F-066C-E857-F82CCE06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83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F500C7-3EAD-5208-2663-9AE7A4544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19EA2D-A426-A2F5-BC8D-6E3352329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31F6E-9B62-152A-3A6B-8B693088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6E9484-40A2-2013-15CE-889C86A1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7A0C6-9F0A-9CE5-8360-0CA690BE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3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3A0D2C-2F84-F715-CB2D-A34F5DEA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65E25-153F-8F55-DC6F-FC7B3CDDF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015BE-5F5D-2F85-B478-17F2208CC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2A424-67E1-4448-8359-7AB1A0DCB99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22DE00-EDFC-147C-8BCF-DDA5D0983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577852-2976-0045-C4CE-018B56E60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4221F-0482-4D17-A5B1-E3617DC09E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17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89D3939-7B2A-6531-43FB-2ACFDDA0B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4"/>
            <a:ext cx="12190992" cy="6833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55ABE-03F3-C29C-FD07-06259118CA71}"/>
              </a:ext>
            </a:extLst>
          </p:cNvPr>
          <p:cNvSpPr txBox="1"/>
          <p:nvPr/>
        </p:nvSpPr>
        <p:spPr>
          <a:xfrm>
            <a:off x="213755" y="95002"/>
            <a:ext cx="312435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고객사 목표 및 기대 성과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9A24E-DBB7-4EE9-D9B0-8B81AF99E225}"/>
              </a:ext>
            </a:extLst>
          </p:cNvPr>
          <p:cNvSpPr txBox="1"/>
          <p:nvPr/>
        </p:nvSpPr>
        <p:spPr>
          <a:xfrm>
            <a:off x="1626922" y="4364181"/>
            <a:ext cx="15556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고객사 평균 성과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7C013-A6DC-E9CA-19C7-9106817E3818}"/>
              </a:ext>
            </a:extLst>
          </p:cNvPr>
          <p:cNvSpPr txBox="1"/>
          <p:nvPr/>
        </p:nvSpPr>
        <p:spPr>
          <a:xfrm>
            <a:off x="11176500" y="2446380"/>
            <a:ext cx="796835" cy="1507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FEE8DA-A2FA-627F-EA04-8DA88A2DB9CA}"/>
              </a:ext>
            </a:extLst>
          </p:cNvPr>
          <p:cNvSpPr txBox="1"/>
          <p:nvPr/>
        </p:nvSpPr>
        <p:spPr>
          <a:xfrm>
            <a:off x="3338113" y="5772397"/>
            <a:ext cx="694591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(</a:t>
            </a:r>
            <a:r>
              <a:rPr lang="ko-KR" altLang="en-US" sz="1600" b="1" dirty="0"/>
              <a:t>고객사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전체기간 </a:t>
            </a:r>
            <a:r>
              <a:rPr lang="ko-KR" altLang="en-US" sz="1600" b="1" dirty="0" err="1"/>
              <a:t>미구매</a:t>
            </a:r>
            <a:r>
              <a:rPr lang="en-US" altLang="ko-KR" sz="1600" b="1" dirty="0"/>
              <a:t>(57.2% -&gt; 54%) / </a:t>
            </a:r>
            <a:r>
              <a:rPr lang="ko-KR" altLang="en-US" sz="1600" b="1" dirty="0"/>
              <a:t>재구매 고객 </a:t>
            </a:r>
            <a:r>
              <a:rPr lang="en-US" altLang="ko-KR" sz="1600" b="1" dirty="0"/>
              <a:t>(42.7% -&gt;45%)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2FBCE-4E52-E290-78B9-68EAB800E3A3}"/>
              </a:ext>
            </a:extLst>
          </p:cNvPr>
          <p:cNvSpPr txBox="1"/>
          <p:nvPr/>
        </p:nvSpPr>
        <p:spPr>
          <a:xfrm>
            <a:off x="1131475" y="1674858"/>
            <a:ext cx="8975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고객사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2ACD43-CD89-1240-02F8-839ADC7B3988}"/>
              </a:ext>
            </a:extLst>
          </p:cNvPr>
          <p:cNvSpPr/>
          <p:nvPr/>
        </p:nvSpPr>
        <p:spPr>
          <a:xfrm>
            <a:off x="7879557" y="2432868"/>
            <a:ext cx="300038" cy="150798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6170B4-9169-7607-47B0-BE10B7F5C829}"/>
              </a:ext>
            </a:extLst>
          </p:cNvPr>
          <p:cNvSpPr txBox="1"/>
          <p:nvPr/>
        </p:nvSpPr>
        <p:spPr>
          <a:xfrm>
            <a:off x="54347" y="6319589"/>
            <a:ext cx="21542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973FC4-9DD5-C904-BB14-85F4F1F3107E}"/>
              </a:ext>
            </a:extLst>
          </p:cNvPr>
          <p:cNvSpPr txBox="1"/>
          <p:nvPr/>
        </p:nvSpPr>
        <p:spPr>
          <a:xfrm>
            <a:off x="285195" y="2090630"/>
            <a:ext cx="1043545" cy="23138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8789B-CC68-7C43-1EB9-48B4A55D1003}"/>
              </a:ext>
            </a:extLst>
          </p:cNvPr>
          <p:cNvSpPr txBox="1"/>
          <p:nvPr/>
        </p:nvSpPr>
        <p:spPr>
          <a:xfrm>
            <a:off x="9206898" y="83084"/>
            <a:ext cx="2223102" cy="10742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37421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FE62-1690-0885-B66B-58CCAD71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4EFC7-4F46-EB7A-B920-6AE32DC10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992" cy="683305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65BD346-5203-88E5-F722-A00EBEFF07EB}"/>
              </a:ext>
            </a:extLst>
          </p:cNvPr>
          <p:cNvSpPr/>
          <p:nvPr/>
        </p:nvSpPr>
        <p:spPr>
          <a:xfrm>
            <a:off x="1371602" y="1028701"/>
            <a:ext cx="2193129" cy="528637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15A47-4471-7EDA-8CF1-8B6BA7F30FAF}"/>
              </a:ext>
            </a:extLst>
          </p:cNvPr>
          <p:cNvSpPr/>
          <p:nvPr/>
        </p:nvSpPr>
        <p:spPr>
          <a:xfrm>
            <a:off x="2386013" y="5304655"/>
            <a:ext cx="464343" cy="210319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A2FA7-D297-A99B-1AE2-CA85A9D333A9}"/>
              </a:ext>
            </a:extLst>
          </p:cNvPr>
          <p:cNvSpPr txBox="1"/>
          <p:nvPr/>
        </p:nvSpPr>
        <p:spPr>
          <a:xfrm>
            <a:off x="54347" y="6407943"/>
            <a:ext cx="2088778" cy="2809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F638BB-C9B2-2E1D-0343-A16E1BB64A35}"/>
              </a:ext>
            </a:extLst>
          </p:cNvPr>
          <p:cNvSpPr/>
          <p:nvPr/>
        </p:nvSpPr>
        <p:spPr>
          <a:xfrm>
            <a:off x="2059781" y="4806973"/>
            <a:ext cx="464343" cy="393677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80F88F-15A3-046A-5404-77E5717473DE}"/>
              </a:ext>
            </a:extLst>
          </p:cNvPr>
          <p:cNvSpPr txBox="1"/>
          <p:nvPr/>
        </p:nvSpPr>
        <p:spPr>
          <a:xfrm>
            <a:off x="9714104" y="195447"/>
            <a:ext cx="2194527" cy="2091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1903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BB14-560D-1645-73AF-09DC31A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4E613DC-C299-6588-5860-744C56AE6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52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7F85A9-9812-1AEF-22F6-CD7FD75074F2}"/>
              </a:ext>
            </a:extLst>
          </p:cNvPr>
          <p:cNvSpPr txBox="1"/>
          <p:nvPr/>
        </p:nvSpPr>
        <p:spPr>
          <a:xfrm>
            <a:off x="54347" y="6407943"/>
            <a:ext cx="2010197" cy="4500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600B7-A70A-C60E-414D-5FC864F219CF}"/>
              </a:ext>
            </a:extLst>
          </p:cNvPr>
          <p:cNvSpPr txBox="1"/>
          <p:nvPr/>
        </p:nvSpPr>
        <p:spPr>
          <a:xfrm>
            <a:off x="9714104" y="195447"/>
            <a:ext cx="2194527" cy="2091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718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6E06-393D-E1C5-4B69-82495020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98368849-2403-7572-94BC-B5812CCD973D}"/>
              </a:ext>
            </a:extLst>
          </p:cNvPr>
          <p:cNvGrpSpPr/>
          <p:nvPr/>
        </p:nvGrpSpPr>
        <p:grpSpPr>
          <a:xfrm>
            <a:off x="50925" y="205355"/>
            <a:ext cx="12192000" cy="6447289"/>
            <a:chOff x="50925" y="253548"/>
            <a:chExt cx="12192000" cy="644728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0163520-E013-8FA0-6121-E251BD1C9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46"/>
            <a:stretch>
              <a:fillRect/>
            </a:stretch>
          </p:blipFill>
          <p:spPr>
            <a:xfrm>
              <a:off x="51933" y="253548"/>
              <a:ext cx="12190992" cy="644728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8F54B4C-D7BC-C648-987B-F936506AC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31" r="2047"/>
            <a:stretch>
              <a:fillRect/>
            </a:stretch>
          </p:blipFill>
          <p:spPr>
            <a:xfrm>
              <a:off x="50925" y="996552"/>
              <a:ext cx="12090149" cy="551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123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3503-06A7-8C8B-F57F-2F65B0D7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12356C-C80A-5231-F699-0B4F47A4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12474"/>
            <a:ext cx="12190992" cy="6833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9650C2-5B6C-FB6A-3F6E-8B1C83D5351E}"/>
              </a:ext>
            </a:extLst>
          </p:cNvPr>
          <p:cNvSpPr txBox="1"/>
          <p:nvPr/>
        </p:nvSpPr>
        <p:spPr>
          <a:xfrm>
            <a:off x="9714104" y="195447"/>
            <a:ext cx="2194527" cy="2091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5B981-5C59-3204-49CA-AF83F02AE733}"/>
              </a:ext>
            </a:extLst>
          </p:cNvPr>
          <p:cNvSpPr txBox="1"/>
          <p:nvPr/>
        </p:nvSpPr>
        <p:spPr>
          <a:xfrm>
            <a:off x="1344010" y="890772"/>
            <a:ext cx="9521634" cy="2091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17228-96CF-4AD8-9208-6644D199A017}"/>
              </a:ext>
            </a:extLst>
          </p:cNvPr>
          <p:cNvSpPr txBox="1"/>
          <p:nvPr/>
        </p:nvSpPr>
        <p:spPr>
          <a:xfrm>
            <a:off x="54347" y="6407943"/>
            <a:ext cx="2088778" cy="2809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0941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661794-93F7-5985-82F8-39C561DCE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03624"/>
            <a:ext cx="11808619" cy="6650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5A45BD-EE3F-BE78-5514-BAB81AA8F868}"/>
              </a:ext>
            </a:extLst>
          </p:cNvPr>
          <p:cNvSpPr txBox="1"/>
          <p:nvPr/>
        </p:nvSpPr>
        <p:spPr>
          <a:xfrm>
            <a:off x="135730" y="6272212"/>
            <a:ext cx="1717304" cy="4821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E7A59-BA66-C9D0-34E6-7B829D53BBB1}"/>
              </a:ext>
            </a:extLst>
          </p:cNvPr>
          <p:cNvSpPr txBox="1"/>
          <p:nvPr/>
        </p:nvSpPr>
        <p:spPr>
          <a:xfrm>
            <a:off x="9862715" y="228599"/>
            <a:ext cx="2088778" cy="2809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4714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와이드스크린</PresentationFormat>
  <Paragraphs>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Blauhorn</dc:creator>
  <cp:lastModifiedBy>Dan Blauhorn</cp:lastModifiedBy>
  <cp:revision>1</cp:revision>
  <dcterms:created xsi:type="dcterms:W3CDTF">2026-05-22T08:44:04Z</dcterms:created>
  <dcterms:modified xsi:type="dcterms:W3CDTF">2026-05-22T08:44:26Z</dcterms:modified>
</cp:coreProperties>
</file>